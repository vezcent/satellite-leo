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6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04"/>
    <p:restoredTop sz="94658"/>
  </p:normalViewPr>
  <p:slideViewPr>
    <p:cSldViewPr snapToGrid="0">
      <p:cViewPr varScale="1">
        <p:scale>
          <a:sx n="114" d="100"/>
          <a:sy n="114" d="100"/>
        </p:scale>
        <p:origin x="1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0A28D-8398-2409-0634-E7A76B66C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9F9FE-8ACF-836C-5928-B92A176D6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71081-3772-151D-7AA8-8A228616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24730-1BF8-243A-0F65-341FBD65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58541-3FE3-058C-AB14-4B7830A6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97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1F7C-0861-90E9-3733-48E1FDBA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90E24-AA5E-2384-2AF8-1DC6293F4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71B6C-19DC-5D51-EA16-02AFA402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47177-F9F4-FFE0-742F-949225B6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41C95-70E0-B1E5-CF05-0A7DF760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0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091F-0585-B8D8-0335-A921E4F6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8038C-6C8E-FDF9-78F8-19C76E6D5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E762C-29EE-6963-DBCE-DC42E29D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7B399-AF39-9EDD-6924-7BF1FF2D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CB9B0-F724-2488-AAF2-BBE4E8C9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5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FF9E2-D3AC-2E11-1EC1-8D55EE6A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43054-8023-236C-BF5E-E455F86EB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C9D47-9DC0-C690-5C10-2451F614B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9F975-207A-FF20-1A53-824FD52F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BFEAE-875C-71CD-52D1-15EB1009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F7146-77AB-9940-8A5C-F79F8FD2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0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9EA5-4475-F4BB-4F26-934C4C0C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8618C-B4F7-6DCE-0B47-F417F91C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B3F02-4B80-0EA4-DC0D-373CA8DA7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DE263-47ED-9314-AD73-9E28DFD3F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59648-275C-C529-648D-FEF4DEE7F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763AA-0076-6504-5EF9-8DF15E82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29B784-F020-F486-E8D7-1CBF8DA9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BEB16-D1D4-1275-0AAF-D89E08F3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0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6653-F86A-A3E4-E08F-FFE46B1E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3BEEA-0F4A-09F9-57B9-22D35A4E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C149D-0CBA-1094-54E9-58ACAD52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FEA72-FF0F-C3DA-DE7D-7C0100C0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5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21C8D-572D-0EED-8525-52BADE1F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5199B-E85F-3460-5FA9-69986E66D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2BCAC-B243-AA09-372C-B99B5471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02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4AA9-BD2C-E169-9BBB-251AC3FC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89B51-6F12-C987-6381-9D6458B95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9B044-108E-1618-76A0-0925DC653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1A661-6133-7083-BC03-57D17234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BDA7D-2F7B-9B9F-24F0-BB98ED1E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5DCBB-1EFA-8545-E4E9-B729BCF8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8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8D06-ED0B-0D36-28A6-F2B50D57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39AD4-0D1D-E174-3ED0-B7578926B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51316-FD06-2550-6F6B-1F56E240E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E5A92-A778-DC6D-AA01-EFE49CF4E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08DF5-6F4E-CC03-EAA5-5989B818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0F6F3-2717-DD74-8E24-A8A47628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5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1A6A-E74E-C2D0-6BEC-76F7A221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4E9DD-DD8F-EE1A-715F-03553DD93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38923-A582-DC27-A320-484B38FA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E3182-1F80-123E-B149-BF01D5F2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5886B-72EF-EDB5-5D14-F0DCB2AB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8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7CB57-EFE3-985C-2B03-4E1169143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26E36-63E5-3717-6570-296DB9C58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0435-D275-EC5C-A5C2-E38343D5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FD067-BD2F-6168-7441-19816653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FB820-3EA7-0983-9EE9-B6792B2C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8941E-44E8-109A-A3F3-5E087C078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0C9F2-A28D-7E31-5E55-19F9E7A73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B412-7DDD-F4A3-B92F-8CA8943BF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7D96B-821B-D549-A8EE-D55920B868D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35A3C-A50A-EAE0-C1B0-D395314AD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8D4A6-FD60-993F-D4B1-79E792AC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5A706-CCAA-D848-86A8-865C4B683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8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F0B0-7438-A15F-311F-4FB50605C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Aptos" panose="020B0004020202020204" pitchFamily="34" charset="0"/>
                <a:ea typeface="Roboto" panose="02000000000000000000" pitchFamily="2" charset="0"/>
              </a:rPr>
              <a:t>Phổ</a:t>
            </a:r>
            <a:r>
              <a:rPr lang="en-US" dirty="0">
                <a:latin typeface="Aptos" panose="020B0004020202020204" pitchFamily="34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Roboto" panose="02000000000000000000" pitchFamily="2" charset="0"/>
              </a:rPr>
              <a:t>biến</a:t>
            </a:r>
            <a:r>
              <a:rPr lang="en-US" dirty="0">
                <a:latin typeface="Aptos" panose="020B0004020202020204" pitchFamily="34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Roboto" panose="02000000000000000000" pitchFamily="2" charset="0"/>
              </a:rPr>
              <a:t>môn</a:t>
            </a:r>
            <a:r>
              <a:rPr lang="en-US" dirty="0">
                <a:latin typeface="Aptos" panose="020B0004020202020204" pitchFamily="34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Roboto" panose="02000000000000000000" pitchFamily="2" charset="0"/>
              </a:rPr>
              <a:t>Dự</a:t>
            </a:r>
            <a:r>
              <a:rPr lang="en-US" dirty="0">
                <a:latin typeface="Aptos" panose="020B0004020202020204" pitchFamily="34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Roboto" panose="02000000000000000000" pitchFamily="2" charset="0"/>
              </a:rPr>
              <a:t>Án</a:t>
            </a:r>
            <a:endParaRPr lang="en-US" dirty="0">
              <a:latin typeface="Aptos" panose="020B0004020202020204" pitchFamily="34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1E9519-7585-4504-9909-EFDEC6C31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Thuỳ</a:t>
            </a:r>
            <a:r>
              <a:rPr lang="en-US" dirty="0"/>
              <a:t> Linh</a:t>
            </a:r>
          </a:p>
          <a:p>
            <a:r>
              <a:rPr lang="en-US" dirty="0" err="1"/>
              <a:t>linh.nguyen@vnu.edu.vn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2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43D3-3EF6-DA36-5686-11002725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Thông tin </a:t>
            </a:r>
            <a:r>
              <a:rPr lang="en-US" dirty="0" err="1">
                <a:latin typeface="Aptos" panose="020B0004020202020204" pitchFamily="34" charset="0"/>
              </a:rPr>
              <a:t>chung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về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học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phần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77071-215B-D223-890D-B99662D7E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Times New Roman" panose="02020603050405020304" pitchFamily="18" charset="0"/>
              <a:buChar char="-"/>
              <a:tabLst>
                <a:tab pos="360045" algn="l"/>
              </a:tabLst>
            </a:pP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Tên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endParaRPr lang="en-US" sz="2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Times New Roman" panose="02020603050405020304" pitchFamily="18" charset="0"/>
              <a:buChar char="-"/>
              <a:tabLst>
                <a:tab pos="360045" algn="l"/>
              </a:tabLst>
            </a:pP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Mã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AIT3040**</a:t>
            </a:r>
            <a:endParaRPr lang="en-US" sz="2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Times New Roman" panose="02020603050405020304" pitchFamily="18" charset="0"/>
              <a:buChar char="-"/>
              <a:tabLst>
                <a:tab pos="360045" algn="l"/>
              </a:tabLst>
            </a:pP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Sô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́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tín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̉: 3</a:t>
            </a:r>
            <a:endParaRPr lang="en-US" sz="2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Times New Roman" panose="02020603050405020304" pitchFamily="18" charset="0"/>
              <a:buChar char="-"/>
              <a:tabLst>
                <a:tab pos="360045" algn="l"/>
              </a:tabLst>
            </a:pP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Giờ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tín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hoạt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(LL/</a:t>
            </a:r>
            <a:r>
              <a:rPr lang="nl-NL" sz="2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ThH</a:t>
            </a:r>
            <a:r>
              <a:rPr lang="nl-NL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/TH): 45/0/</a:t>
            </a:r>
            <a:r>
              <a:rPr lang="vi-VN" sz="2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105</a:t>
            </a:r>
            <a:endParaRPr lang="en-US" sz="2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Ghi chú: 105 giờ tự học không có hướng dẫn</a:t>
            </a:r>
            <a:r>
              <a:rPr lang="en-US" sz="2400" b="1" i="1" dirty="0">
                <a:effectLst/>
              </a:rPr>
              <a:t> 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25034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E073-5250-7B12-55FD-33DF6CF9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457200"/>
            <a:ext cx="9231521" cy="1188720"/>
          </a:xfrm>
        </p:spPr>
        <p:txBody>
          <a:bodyPr/>
          <a:lstStyle/>
          <a:p>
            <a:r>
              <a:rPr lang="en-US" dirty="0" err="1">
                <a:latin typeface="Aptos" panose="020B0004020202020204" pitchFamily="34" charset="0"/>
              </a:rPr>
              <a:t>Mục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tiêu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môn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học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6648E-533C-3814-41F9-5F9A0C369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45920"/>
            <a:ext cx="10972800" cy="4528457"/>
          </a:xfrm>
        </p:spPr>
        <p:txBody>
          <a:bodyPr>
            <a:noAutofit/>
          </a:bodyPr>
          <a:lstStyle/>
          <a:p>
            <a:pPr marL="0" marR="0" indent="0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vi-VN" sz="14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3.1. Về kiến thức</a:t>
            </a:r>
            <a:endParaRPr lang="en-US" sz="1400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hiểu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chủ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đề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có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chương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bắt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buộc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Áp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kiến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thức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đề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ứng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nghệ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hoặc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thí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nghiệm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khoa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Đánh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nghiệm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hoặc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ứng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vi-VN" sz="14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3.2. Về kĩ năng</a:t>
            </a:r>
            <a:endParaRPr lang="en-US" sz="1400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đề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nghiên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cứu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hoạch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khả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duy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phản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biện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sáng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tạo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Viết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cáo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tổng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ghi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thảo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luận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khảo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ứng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vi-VN" sz="14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3.3. Về thái độ:</a:t>
            </a:r>
            <a:endParaRPr lang="en-US" sz="1400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chuyên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nghiệp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hoạch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cộng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tác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hiểu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mối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giữa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kiến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thức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thuyết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tế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Thái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tham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l-NL" sz="14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khảo</a:t>
            </a:r>
            <a:r>
              <a:rPr lang="nl-NL" sz="14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14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55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27BB-2362-F056-CB94-73873B39E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88DEE-2580-14F2-F286-B338EBFD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Học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phần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này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giúp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sinh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viên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:</a:t>
            </a:r>
          </a:p>
          <a:p>
            <a:pPr lvl="1"/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Làm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việc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sớm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với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giảng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viên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hướng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dẫn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,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sẽ</a:t>
            </a:r>
            <a:r>
              <a:rPr lang="nl-NL" sz="2000" dirty="0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là</a:t>
            </a:r>
            <a:r>
              <a:rPr lang="nl-NL" sz="2000" dirty="0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giảng</a:t>
            </a:r>
            <a:r>
              <a:rPr lang="nl-NL" sz="2000" dirty="0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viên</a:t>
            </a:r>
            <a:r>
              <a:rPr lang="nl-NL" sz="2000" dirty="0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hướng</a:t>
            </a:r>
            <a:r>
              <a:rPr lang="nl-NL" sz="2000" dirty="0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dẫn</a:t>
            </a:r>
            <a:r>
              <a:rPr lang="nl-NL" sz="2000" dirty="0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Khoá</a:t>
            </a:r>
            <a:r>
              <a:rPr lang="nl-NL" sz="2000" dirty="0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solidFill>
                  <a:srgbClr val="FF0000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luận</a:t>
            </a:r>
            <a:endParaRPr lang="nl-NL" sz="2000" dirty="0">
              <a:solidFill>
                <a:srgbClr val="FF0000"/>
              </a:solidFill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lvl="1"/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Có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thời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lượng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đủ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lâu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để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làm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kết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quả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Khoá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luận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nhiều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hàm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lượng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khoa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học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/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ứng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dụng</a:t>
            </a:r>
            <a:endParaRPr lang="nl-NL" sz="2000" dirty="0"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lvl="1"/>
            <a:r>
              <a:rPr lang="nl-NL" sz="2000" dirty="0" err="1">
                <a:latin typeface="Aptos" panose="020B0004020202020204" pitchFamily="34" charset="0"/>
                <a:ea typeface="Times New Roman" panose="02020603050405020304" pitchFamily="18" charset="0"/>
              </a:rPr>
              <a:t>T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hực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hiện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một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dự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án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ứng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dụng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công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nghệ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hoặc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một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dự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án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khoa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học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dưới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sự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hướng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dẫn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của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giáo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viên</a:t>
            </a:r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.</a:t>
            </a:r>
            <a:endParaRPr lang="nl-NL" sz="20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lvl="1"/>
            <a:r>
              <a:rPr lang="nl-NL" sz="2000" dirty="0">
                <a:latin typeface="Aptos" panose="020B0004020202020204" pitchFamily="34" charset="0"/>
                <a:ea typeface="Times New Roman" panose="02020603050405020304" pitchFamily="18" charset="0"/>
              </a:rPr>
              <a:t>T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óm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tắt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kết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quả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trong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một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nl-NL" sz="20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báo</a:t>
            </a:r>
            <a:r>
              <a:rPr lang="nl-NL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cáo.</a:t>
            </a:r>
            <a:r>
              <a:rPr lang="en-US" sz="2000" dirty="0">
                <a:effectLst/>
                <a:latin typeface="Aptos" panose="020B0004020202020204" pitchFamily="34" charset="0"/>
              </a:rPr>
              <a:t> 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83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88ED-A523-0588-0A28-2D50BC0B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Hình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thức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triển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khai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C0CCC-781B-77AF-35B5-1B35903E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90551"/>
            <a:ext cx="10234961" cy="429801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tabLst>
                <a:tab pos="360045" algn="l"/>
              </a:tabLst>
            </a:pP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Sinh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viên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có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thể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làm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đề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tài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theo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nhóm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gồm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tối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đa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02 </a:t>
            </a:r>
            <a:r>
              <a:rPr lang="nl-NL" sz="2400" dirty="0" err="1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người</a:t>
            </a:r>
            <a:r>
              <a:rPr lang="nl-NL" sz="2400" dirty="0">
                <a:solidFill>
                  <a:srgbClr val="25252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US" sz="2400" dirty="0">
              <a:solidFill>
                <a:srgbClr val="252525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Mỗi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nhóm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tự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liên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hệ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giảng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viên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hướng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dẫn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danh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sách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giảng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viên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hướng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dẫn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được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thông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báo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trên</a:t>
            </a: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LMS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Nhóm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nộp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báo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cáo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dự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án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cuối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kì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vào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tuần</a:t>
            </a:r>
            <a:r>
              <a:rPr lang="en-US" sz="24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15</a:t>
            </a:r>
          </a:p>
          <a:p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Nhóm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sinh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viên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không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nộp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báo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cáo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sẽ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coi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như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trượt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học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phần</a:t>
            </a:r>
            <a:r>
              <a:rPr lang="en-US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Mẫu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báo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cáo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có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</a:rPr>
              <a:t>trên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LMS)</a:t>
            </a:r>
          </a:p>
        </p:txBody>
      </p:sp>
    </p:spTree>
    <p:extLst>
      <p:ext uri="{BB962C8B-B14F-4D97-AF65-F5344CB8AC3E}">
        <p14:creationId xmlns:p14="http://schemas.microsoft.com/office/powerpoint/2010/main" val="2941889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934B-7B22-4D1F-47AB-7BBAF097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nộp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– </a:t>
            </a:r>
            <a:r>
              <a:rPr lang="en-US" dirty="0" err="1"/>
              <a:t>Tuần</a:t>
            </a:r>
            <a:r>
              <a:rPr lang="en-US" dirty="0"/>
              <a:t> 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DADCB-5375-4F5C-EA88-AC75DBA6F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1️⃣ 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nộp</a:t>
            </a:r>
            <a:r>
              <a:rPr lang="en-US" dirty="0"/>
              <a:t> </a:t>
            </a:r>
            <a:r>
              <a:rPr lang="en-US" b="1" dirty="0"/>
              <a:t>02 FILE RIÊNG BIỆT</a:t>
            </a:r>
            <a:endParaRPr lang="en-US" dirty="0"/>
          </a:p>
          <a:p>
            <a:r>
              <a:rPr lang="en-US" b="1" dirty="0"/>
              <a:t>📄 File 1: Báo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endParaRPr lang="en-US" b="1" dirty="0"/>
          </a:p>
          <a:p>
            <a:pPr lvl="1"/>
            <a:r>
              <a:rPr lang="en-US" dirty="0"/>
              <a:t>Định </a:t>
            </a:r>
            <a:r>
              <a:rPr lang="en-US" dirty="0" err="1"/>
              <a:t>dạng</a:t>
            </a:r>
            <a:r>
              <a:rPr lang="en-US" dirty="0"/>
              <a:t>: PDF</a:t>
            </a:r>
            <a:r>
              <a:rPr lang="en-US" b="1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nộp</a:t>
            </a:r>
            <a:r>
              <a:rPr lang="en-US" dirty="0"/>
              <a:t> file Word)</a:t>
            </a:r>
          </a:p>
          <a:p>
            <a:r>
              <a:rPr lang="en-US" b="1" dirty="0"/>
              <a:t>📄 </a:t>
            </a:r>
            <a:r>
              <a:rPr lang="vi-VN" b="1" dirty="0"/>
              <a:t>File 2: Phiếu đánh giá của GVHD</a:t>
            </a:r>
          </a:p>
          <a:p>
            <a:pPr lvl="1"/>
            <a:r>
              <a:rPr lang="vi-VN" dirty="0"/>
              <a:t>Phải có chữ ký giảng viên hướng dẫn</a:t>
            </a:r>
          </a:p>
          <a:p>
            <a:pPr lvl="1"/>
            <a:r>
              <a:rPr lang="vi-VN" dirty="0"/>
              <a:t>Định dạng: PDF hoặc ảnh (JPG/PNG)</a:t>
            </a:r>
          </a:p>
          <a:p>
            <a:pPr marL="0" indent="0">
              <a:buNone/>
            </a:pPr>
            <a:r>
              <a:rPr lang="en-US" b="1" dirty="0"/>
              <a:t>2️⃣ </a:t>
            </a:r>
            <a:r>
              <a:rPr lang="en-US" dirty="0"/>
              <a:t>Cách upload </a:t>
            </a:r>
            <a:r>
              <a:rPr lang="en-US" dirty="0" err="1"/>
              <a:t>lên</a:t>
            </a:r>
            <a:r>
              <a:rPr lang="en-US" dirty="0"/>
              <a:t> LMS</a:t>
            </a:r>
          </a:p>
          <a:p>
            <a:pPr lvl="1"/>
            <a:r>
              <a:rPr lang="en-US" dirty="0"/>
              <a:t>Upload 2 file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bên</a:t>
            </a:r>
            <a:endParaRPr lang="en-US" dirty="0"/>
          </a:p>
          <a:p>
            <a:pPr lvl="1"/>
            <a:r>
              <a:rPr lang="en-US" dirty="0"/>
              <a:t>❌ </a:t>
            </a:r>
            <a:r>
              <a:rPr lang="en-US" b="1" dirty="0"/>
              <a:t>KHÔNG </a:t>
            </a:r>
            <a:r>
              <a:rPr lang="en-US" b="1" dirty="0" err="1"/>
              <a:t>nén</a:t>
            </a:r>
            <a:r>
              <a:rPr lang="en-US" b="1" dirty="0"/>
              <a:t> file (.zip)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92B60-2D2B-9344-A590-2FE8E5738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96" y="2887597"/>
            <a:ext cx="3924300" cy="1473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DC4F36-7D47-F0E4-9639-4771779FD28B}"/>
              </a:ext>
            </a:extLst>
          </p:cNvPr>
          <p:cNvSpPr txBox="1"/>
          <p:nvPr/>
        </p:nvSpPr>
        <p:spPr>
          <a:xfrm>
            <a:off x="7764733" y="4495734"/>
            <a:ext cx="3791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Hình</a:t>
            </a:r>
            <a:r>
              <a:rPr lang="en-US" i="1" dirty="0"/>
              <a:t> </a:t>
            </a:r>
            <a:r>
              <a:rPr lang="en-US" i="1" dirty="0" err="1"/>
              <a:t>ảnh</a:t>
            </a:r>
            <a:r>
              <a:rPr lang="en-US" i="1" dirty="0"/>
              <a:t> </a:t>
            </a:r>
            <a:r>
              <a:rPr lang="en-US" i="1" dirty="0" err="1"/>
              <a:t>hiển</a:t>
            </a:r>
            <a:r>
              <a:rPr lang="en-US" i="1" dirty="0"/>
              <a:t> </a:t>
            </a:r>
            <a:r>
              <a:rPr lang="en-US" i="1" dirty="0" err="1"/>
              <a:t>thị</a:t>
            </a:r>
            <a:r>
              <a:rPr lang="en-US" i="1" dirty="0"/>
              <a:t> </a:t>
            </a:r>
            <a:r>
              <a:rPr lang="en-US" i="1" dirty="0" err="1"/>
              <a:t>danh</a:t>
            </a:r>
            <a:r>
              <a:rPr lang="en-US" i="1" dirty="0"/>
              <a:t> </a:t>
            </a:r>
            <a:r>
              <a:rPr lang="en-US" i="1" dirty="0" err="1"/>
              <a:t>sách</a:t>
            </a:r>
            <a:r>
              <a:rPr lang="en-US" i="1" dirty="0"/>
              <a:t> file </a:t>
            </a:r>
            <a:r>
              <a:rPr lang="en-US" i="1" dirty="0" err="1"/>
              <a:t>sau</a:t>
            </a:r>
            <a:r>
              <a:rPr lang="en-US" i="1" dirty="0"/>
              <a:t> </a:t>
            </a:r>
            <a:r>
              <a:rPr lang="en-US" i="1" dirty="0" err="1"/>
              <a:t>khi</a:t>
            </a:r>
            <a:r>
              <a:rPr lang="en-US" i="1" dirty="0"/>
              <a:t> submit</a:t>
            </a:r>
          </a:p>
        </p:txBody>
      </p:sp>
    </p:spTree>
    <p:extLst>
      <p:ext uri="{BB962C8B-B14F-4D97-AF65-F5344CB8AC3E}">
        <p14:creationId xmlns:p14="http://schemas.microsoft.com/office/powerpoint/2010/main" val="396015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474B-011F-A183-FED3-E96DCEEE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khoa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BFF13-5C3D-42B6-EB62-A74D63CC2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:</a:t>
            </a:r>
          </a:p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vài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endParaRPr lang="en-US" dirty="0"/>
          </a:p>
          <a:p>
            <a:r>
              <a:rPr lang="en-US" dirty="0"/>
              <a:t>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0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62D9-9C1F-7B0C-55EF-21B9D398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3B2C7-1910-52BE-DE67-101046014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:</a:t>
            </a:r>
          </a:p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thích</a:t>
            </a:r>
            <a:endParaRPr lang="en-US" dirty="0"/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AI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endParaRPr lang="en-US" dirty="0"/>
          </a:p>
          <a:p>
            <a:r>
              <a:rPr lang="en-US" dirty="0"/>
              <a:t>Hoàn </a:t>
            </a:r>
            <a:r>
              <a:rPr lang="en-US" dirty="0" err="1"/>
              <a:t>thiện</a:t>
            </a:r>
            <a:r>
              <a:rPr lang="en-US" dirty="0"/>
              <a:t> version 1</a:t>
            </a:r>
          </a:p>
          <a:p>
            <a:r>
              <a:rPr lang="en-US" dirty="0"/>
              <a:t>Testing, debug </a:t>
            </a:r>
            <a:r>
              <a:rPr lang="en-US" dirty="0" err="1"/>
              <a:t>lỗi</a:t>
            </a:r>
            <a:r>
              <a:rPr lang="en-US" dirty="0"/>
              <a:t>,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4252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2BEE-5A62-4AF5-0430-580104FC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FE95-3D66-D506-6830-15AA1ED1F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2C683-461B-5C65-F2D5-8316FC01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45" y="1538683"/>
            <a:ext cx="3344144" cy="4925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1AEA21-F1D6-501E-6A62-9234B8A4F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416" y="1633733"/>
            <a:ext cx="3519629" cy="47351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FB4B87-3908-80E1-FADF-42B13DB0B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338" y="1578511"/>
            <a:ext cx="3192328" cy="479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80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571</Words>
  <Application>Microsoft Macintosh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Roboto</vt:lpstr>
      <vt:lpstr>Times New Roman</vt:lpstr>
      <vt:lpstr>Office Theme</vt:lpstr>
      <vt:lpstr>Phổ biến môn Dự Án</vt:lpstr>
      <vt:lpstr>Thông tin chung về học phần</vt:lpstr>
      <vt:lpstr>Mục tiêu môn học</vt:lpstr>
      <vt:lpstr>Mục tiêu chung</vt:lpstr>
      <vt:lpstr>Hình thức triển khai</vt:lpstr>
      <vt:lpstr>Yêu cầu nộp bài – Tuần 15</vt:lpstr>
      <vt:lpstr>Cách bắt đầu một nghiên cứu khoa học</vt:lpstr>
      <vt:lpstr>Cách bắt đầu một dự án công nghệ cá nhân</vt:lpstr>
      <vt:lpstr>Sách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Duc Nguyen Phu</dc:creator>
  <cp:lastModifiedBy>Nguyen Thuy Linh</cp:lastModifiedBy>
  <cp:revision>14</cp:revision>
  <dcterms:created xsi:type="dcterms:W3CDTF">2025-02-06T16:56:35Z</dcterms:created>
  <dcterms:modified xsi:type="dcterms:W3CDTF">2026-02-24T01:41:30Z</dcterms:modified>
</cp:coreProperties>
</file>